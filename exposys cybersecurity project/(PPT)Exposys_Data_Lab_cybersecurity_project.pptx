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4660"/>
  </p:normalViewPr>
  <p:slideViewPr>
    <p:cSldViewPr>
      <p:cViewPr>
        <p:scale>
          <a:sx n="57" d="100"/>
          <a:sy n="57" d="100"/>
        </p:scale>
        <p:origin x="-1782" y="-32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668CC5C-9A85-4207-A0EA-C47596E8F4B4}" type="datetimeFigureOut">
              <a:rPr lang="en-US" smtClean="0"/>
              <a:t>3/22/2024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BEB98B-60B8-4F12-8F4A-01B35B6A8F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68CC5C-9A85-4207-A0EA-C47596E8F4B4}" type="datetimeFigureOut">
              <a:rPr lang="en-US" smtClean="0"/>
              <a:t>3/22/2024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BEB98B-60B8-4F12-8F4A-01B35B6A8F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668CC5C-9A85-4207-A0EA-C47596E8F4B4}" type="datetimeFigureOut">
              <a:rPr lang="en-US" smtClean="0"/>
              <a:t>3/22/2024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BEB98B-60B8-4F12-8F4A-01B35B6A8F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668CC5C-9A85-4207-A0EA-C47596E8F4B4}" type="datetimeFigureOut">
              <a:rPr lang="en-US" smtClean="0"/>
              <a:t>3/22/2024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BEB98B-60B8-4F12-8F4A-01B35B6A8F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668CC5C-9A85-4207-A0EA-C47596E8F4B4}" type="datetimeFigureOut">
              <a:rPr lang="en-US" smtClean="0"/>
              <a:t>3/22/2024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9BEB98B-60B8-4F12-8F4A-01B35B6A8F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668CC5C-9A85-4207-A0EA-C47596E8F4B4}" type="datetimeFigureOut">
              <a:rPr lang="en-US" smtClean="0"/>
              <a:t>3/22/2024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9BEB98B-60B8-4F12-8F4A-01B35B6A8F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68CC5C-9A85-4207-A0EA-C47596E8F4B4}" type="datetimeFigureOut">
              <a:rPr lang="en-US" smtClean="0"/>
              <a:t>3/22/2024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9BEB98B-60B8-4F12-8F4A-01B35B6A8F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68CC5C-9A85-4207-A0EA-C47596E8F4B4}" type="datetimeFigureOut">
              <a:rPr lang="en-US" smtClean="0"/>
              <a:t>3/22/2024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BEB98B-60B8-4F12-8F4A-01B35B6A8F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68CC5C-9A85-4207-A0EA-C47596E8F4B4}" type="datetimeFigureOut">
              <a:rPr lang="en-US" smtClean="0"/>
              <a:t>3/22/2024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BEB98B-60B8-4F12-8F4A-01B35B6A8F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68CC5C-9A85-4207-A0EA-C47596E8F4B4}" type="datetimeFigureOut">
              <a:rPr lang="en-US" smtClean="0"/>
              <a:t>3/22/2024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BEB98B-60B8-4F12-8F4A-01B35B6A8F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68CC5C-9A85-4207-A0EA-C47596E8F4B4}" type="datetimeFigureOut">
              <a:rPr lang="en-US" smtClean="0"/>
              <a:t>3/22/2024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BEB98B-60B8-4F12-8F4A-01B35B6A8F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68CC5C-9A85-4207-A0EA-C47596E8F4B4}" type="datetimeFigureOut">
              <a:rPr lang="en-US" smtClean="0"/>
              <a:t>3/22/2024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BEB98B-60B8-4F12-8F4A-01B35B6A8F6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BISHNU MAHARANA\OneDrive\Desktop\certificates\istockphoto-1412282189-612x612.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2" name="Title 1"/>
          <p:cNvSpPr>
            <a:spLocks noGrp="1"/>
          </p:cNvSpPr>
          <p:nvPr>
            <p:ph type="ctrTitle"/>
          </p:nvPr>
        </p:nvSpPr>
        <p:spPr/>
        <p:txBody>
          <a:bodyPr>
            <a:normAutofit/>
          </a:bodyPr>
          <a:lstStyle/>
          <a:p>
            <a:r>
              <a:rPr lang="en-US" sz="3600" dirty="0" smtClean="0">
                <a:solidFill>
                  <a:schemeClr val="bg1"/>
                </a:solidFill>
              </a:rPr>
              <a:t>Image Fortify</a:t>
            </a:r>
            <a:r>
              <a:rPr lang="en-US" sz="3600" dirty="0">
                <a:solidFill>
                  <a:schemeClr val="bg1"/>
                </a:solidFill>
              </a:rPr>
              <a:t>: Triple DES Encryption for Enhanced Image Security</a:t>
            </a:r>
          </a:p>
        </p:txBody>
      </p:sp>
      <p:sp>
        <p:nvSpPr>
          <p:cNvPr id="3" name="Subtitle 2"/>
          <p:cNvSpPr>
            <a:spLocks noGrp="1"/>
          </p:cNvSpPr>
          <p:nvPr>
            <p:ph type="subTitle" idx="1"/>
          </p:nvPr>
        </p:nvSpPr>
        <p:spPr/>
        <p:txBody>
          <a:bodyPr/>
          <a:lstStyle/>
          <a:p>
            <a:r>
              <a:rPr lang="en-US" dirty="0" smtClean="0">
                <a:solidFill>
                  <a:schemeClr val="bg1"/>
                </a:solidFill>
              </a:rPr>
              <a:t>Name-</a:t>
            </a:r>
            <a:r>
              <a:rPr lang="en-US" dirty="0" err="1" smtClean="0">
                <a:solidFill>
                  <a:schemeClr val="bg1"/>
                </a:solidFill>
              </a:rPr>
              <a:t>Bishnu</a:t>
            </a:r>
            <a:r>
              <a:rPr lang="en-US" dirty="0" smtClean="0">
                <a:solidFill>
                  <a:schemeClr val="bg1"/>
                </a:solidFill>
              </a:rPr>
              <a:t> Prasad </a:t>
            </a:r>
            <a:r>
              <a:rPr lang="en-US" dirty="0" err="1" smtClean="0">
                <a:solidFill>
                  <a:schemeClr val="bg1"/>
                </a:solidFill>
              </a:rPr>
              <a:t>Maharana</a:t>
            </a:r>
            <a:endParaRPr lang="en-US" dirty="0" smtClean="0">
              <a:solidFill>
                <a:schemeClr val="bg1"/>
              </a:solidFill>
            </a:endParaRPr>
          </a:p>
          <a:p>
            <a:r>
              <a:rPr lang="en-US" dirty="0" smtClean="0">
                <a:solidFill>
                  <a:schemeClr val="bg1"/>
                </a:solidFill>
              </a:rPr>
              <a:t>College-NIST University</a:t>
            </a:r>
          </a:p>
          <a:p>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C:\Users\BISHNU MAHARANA\OneDrive\Desktop\certificates\istockphoto-1420039900-612x612.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2" name="Title 1"/>
          <p:cNvSpPr>
            <a:spLocks noGrp="1"/>
          </p:cNvSpPr>
          <p:nvPr>
            <p:ph type="title"/>
          </p:nvPr>
        </p:nvSpPr>
        <p:spPr/>
        <p:txBody>
          <a:bodyPr/>
          <a:lstStyle/>
          <a:p>
            <a:r>
              <a:rPr lang="en-US" b="1" dirty="0">
                <a:solidFill>
                  <a:schemeClr val="bg1"/>
                </a:solidFill>
              </a:rPr>
              <a:t>Introduction</a:t>
            </a:r>
            <a:endParaRPr lang="en-US" dirty="0">
              <a:solidFill>
                <a:schemeClr val="bg1"/>
              </a:solidFill>
            </a:endParaRPr>
          </a:p>
        </p:txBody>
      </p:sp>
      <p:sp>
        <p:nvSpPr>
          <p:cNvPr id="3" name="Content Placeholder 2"/>
          <p:cNvSpPr>
            <a:spLocks noGrp="1"/>
          </p:cNvSpPr>
          <p:nvPr>
            <p:ph idx="1"/>
          </p:nvPr>
        </p:nvSpPr>
        <p:spPr>
          <a:xfrm>
            <a:off x="9144000" y="10591800"/>
            <a:ext cx="9296400" cy="4525963"/>
          </a:xfrm>
        </p:spPr>
        <p:txBody>
          <a:bodyPr/>
          <a:lstStyle/>
          <a:p>
            <a:pPr>
              <a:buNone/>
            </a:pPr>
            <a:endParaRPr lang="en-US" dirty="0"/>
          </a:p>
        </p:txBody>
      </p:sp>
      <p:sp>
        <p:nvSpPr>
          <p:cNvPr id="6" name="Rectangle 5"/>
          <p:cNvSpPr/>
          <p:nvPr/>
        </p:nvSpPr>
        <p:spPr>
          <a:xfrm>
            <a:off x="0" y="1143000"/>
            <a:ext cx="8686800" cy="3477875"/>
          </a:xfrm>
          <a:prstGeom prst="rect">
            <a:avLst/>
          </a:prstGeom>
        </p:spPr>
        <p:txBody>
          <a:bodyPr wrap="square">
            <a:spAutoFit/>
          </a:bodyPr>
          <a:lstStyle/>
          <a:p>
            <a:endParaRPr lang="en-US" sz="2000" dirty="0" smtClean="0">
              <a:solidFill>
                <a:schemeClr val="bg1"/>
              </a:solidFill>
            </a:endParaRPr>
          </a:p>
          <a:p>
            <a:pPr>
              <a:buFont typeface="Arial" pitchFamily="34" charset="0"/>
              <a:buChar char="•"/>
            </a:pPr>
            <a:r>
              <a:rPr lang="en-US" sz="2000" dirty="0" smtClean="0">
                <a:solidFill>
                  <a:schemeClr val="bg1"/>
                </a:solidFill>
              </a:rPr>
              <a:t> Problem </a:t>
            </a:r>
            <a:r>
              <a:rPr lang="en-US" sz="2000" dirty="0" err="1" smtClean="0">
                <a:solidFill>
                  <a:schemeClr val="bg1"/>
                </a:solidFill>
              </a:rPr>
              <a:t>Statement:Digital</a:t>
            </a:r>
            <a:r>
              <a:rPr lang="en-US" sz="2000" dirty="0" smtClean="0">
                <a:solidFill>
                  <a:schemeClr val="bg1"/>
                </a:solidFill>
              </a:rPr>
              <a:t> images are increasingly vulnerable to unauthorized access and tampering, highlighting the critical need for robust security measures.</a:t>
            </a:r>
          </a:p>
          <a:p>
            <a:r>
              <a:rPr lang="en-US" sz="2000" dirty="0" smtClean="0">
                <a:solidFill>
                  <a:schemeClr val="bg1"/>
                </a:solidFill>
              </a:rPr>
              <a:t>  </a:t>
            </a:r>
          </a:p>
          <a:p>
            <a:pPr>
              <a:buFont typeface="Arial" pitchFamily="34" charset="0"/>
              <a:buChar char="•"/>
            </a:pPr>
            <a:r>
              <a:rPr lang="en-US" sz="2000" b="1" dirty="0" smtClean="0">
                <a:solidFill>
                  <a:schemeClr val="bg1"/>
                </a:solidFill>
              </a:rPr>
              <a:t>Need for Advanced Encryption </a:t>
            </a:r>
            <a:r>
              <a:rPr lang="en-US" sz="2000" dirty="0" smtClean="0">
                <a:solidFill>
                  <a:schemeClr val="bg1"/>
                </a:solidFill>
              </a:rPr>
              <a:t>: Existing encryption methods may fall short in providing adequate protection for digital images, necessitating the adoption of advanced encryption techniques.</a:t>
            </a:r>
          </a:p>
          <a:p>
            <a:r>
              <a:rPr lang="en-US" sz="2000" dirty="0" smtClean="0">
                <a:solidFill>
                  <a:schemeClr val="bg1"/>
                </a:solidFill>
              </a:rPr>
              <a:t>  </a:t>
            </a:r>
          </a:p>
          <a:p>
            <a:pPr>
              <a:buFont typeface="Arial" pitchFamily="34" charset="0"/>
              <a:buChar char="•"/>
            </a:pPr>
            <a:r>
              <a:rPr lang="en-US" sz="2000" b="1" dirty="0" smtClean="0">
                <a:solidFill>
                  <a:schemeClr val="bg1"/>
                </a:solidFill>
              </a:rPr>
              <a:t>Objectives of the Project </a:t>
            </a:r>
            <a:r>
              <a:rPr lang="en-US" sz="2000" dirty="0" smtClean="0">
                <a:solidFill>
                  <a:schemeClr val="bg1"/>
                </a:solidFill>
              </a:rPr>
              <a:t>:The primary goal of Image Fortify is to enhance image security through the implementation of Triple DES encryption, ensuring confidentiality and integrity of digital image data.</a:t>
            </a:r>
            <a:endParaRPr lang="en-US" sz="20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C:\Users\BISHNU MAHARANA\OneDrive\Desktop\certificates\istockphoto-1331943958-612x612.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2057400" y="152400"/>
            <a:ext cx="4953000" cy="769441"/>
          </a:xfrm>
          <a:prstGeom prst="rect">
            <a:avLst/>
          </a:prstGeom>
        </p:spPr>
        <p:txBody>
          <a:bodyPr wrap="square">
            <a:spAutoFit/>
          </a:bodyPr>
          <a:lstStyle/>
          <a:p>
            <a:r>
              <a:rPr lang="en-US" sz="4400" b="1" dirty="0">
                <a:solidFill>
                  <a:schemeClr val="bg1"/>
                </a:solidFill>
              </a:rPr>
              <a:t>Existing Methods</a:t>
            </a:r>
            <a:endParaRPr lang="en-US" sz="4400" dirty="0">
              <a:solidFill>
                <a:schemeClr val="bg1"/>
              </a:solidFill>
            </a:endParaRPr>
          </a:p>
        </p:txBody>
      </p:sp>
      <p:sp>
        <p:nvSpPr>
          <p:cNvPr id="7" name="Rectangle 6"/>
          <p:cNvSpPr/>
          <p:nvPr/>
        </p:nvSpPr>
        <p:spPr>
          <a:xfrm>
            <a:off x="0" y="990600"/>
            <a:ext cx="9144000" cy="4708981"/>
          </a:xfrm>
          <a:prstGeom prst="rect">
            <a:avLst/>
          </a:prstGeom>
        </p:spPr>
        <p:txBody>
          <a:bodyPr wrap="square">
            <a:spAutoFit/>
          </a:bodyPr>
          <a:lstStyle/>
          <a:p>
            <a:endParaRPr lang="en-US" sz="2000" dirty="0" smtClean="0">
              <a:solidFill>
                <a:schemeClr val="bg1"/>
              </a:solidFill>
            </a:endParaRPr>
          </a:p>
          <a:p>
            <a:pPr>
              <a:buFont typeface="Arial" pitchFamily="34" charset="0"/>
              <a:buChar char="•"/>
            </a:pPr>
            <a:r>
              <a:rPr lang="en-US" sz="2000" dirty="0" smtClean="0">
                <a:solidFill>
                  <a:schemeClr val="bg1"/>
                </a:solidFill>
              </a:rPr>
              <a:t>Overview of Current Encryption </a:t>
            </a:r>
            <a:r>
              <a:rPr lang="en-US" sz="2000" dirty="0" err="1" smtClean="0">
                <a:solidFill>
                  <a:schemeClr val="bg1"/>
                </a:solidFill>
              </a:rPr>
              <a:t>Techniques:Existing</a:t>
            </a:r>
            <a:r>
              <a:rPr lang="en-US" sz="2000" dirty="0" smtClean="0">
                <a:solidFill>
                  <a:schemeClr val="bg1"/>
                </a:solidFill>
              </a:rPr>
              <a:t> methods for securing digital images often rely on standard encryption algorithms, such as AES or RSA. While these methods offer a certain level of security, they may not provide sufficient protection against sophisticated attacks.</a:t>
            </a:r>
          </a:p>
          <a:p>
            <a:endParaRPr lang="en-US" sz="2000" dirty="0" smtClean="0">
              <a:solidFill>
                <a:schemeClr val="bg1"/>
              </a:solidFill>
            </a:endParaRPr>
          </a:p>
          <a:p>
            <a:pPr>
              <a:buFont typeface="Arial" pitchFamily="34" charset="0"/>
              <a:buChar char="•"/>
            </a:pPr>
            <a:r>
              <a:rPr lang="en-US" sz="2000" dirty="0" smtClean="0">
                <a:solidFill>
                  <a:schemeClr val="bg1"/>
                </a:solidFill>
              </a:rPr>
              <a:t>Limitations and </a:t>
            </a:r>
            <a:r>
              <a:rPr lang="en-US" sz="2000" dirty="0" err="1" smtClean="0">
                <a:solidFill>
                  <a:schemeClr val="bg1"/>
                </a:solidFill>
              </a:rPr>
              <a:t>Challenges:Current</a:t>
            </a:r>
            <a:r>
              <a:rPr lang="en-US" sz="2000" dirty="0" smtClean="0">
                <a:solidFill>
                  <a:schemeClr val="bg1"/>
                </a:solidFill>
              </a:rPr>
              <a:t> encryption techniques may have limitations in terms of key length, processing speed, or resistance to brute force attacks. Additionally, they may lack specific features tailored to the unique requirements of image encryption.</a:t>
            </a:r>
          </a:p>
          <a:p>
            <a:endParaRPr lang="en-US" sz="2000" dirty="0" smtClean="0">
              <a:solidFill>
                <a:schemeClr val="bg1"/>
              </a:solidFill>
            </a:endParaRPr>
          </a:p>
          <a:p>
            <a:pPr>
              <a:buFont typeface="Arial" pitchFamily="34" charset="0"/>
              <a:buChar char="•"/>
            </a:pPr>
            <a:r>
              <a:rPr lang="en-US" sz="2000" dirty="0" smtClean="0">
                <a:solidFill>
                  <a:schemeClr val="bg1"/>
                </a:solidFill>
              </a:rPr>
              <a:t>Rationale for Triple DES Encryption: Triple DES, also known as 3DES, is a robust encryption algorithm that offers enhanced security through multiple rounds of encryption. Its adoption in Image Fortify is motivated by its proven effectiveness in safeguarding sensitive data against various security threats.</a:t>
            </a:r>
            <a:endParaRPr lang="en-US" sz="20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1" name="Picture 5" descr="C:\Users\BISHNU MAHARANA\OneDrive\Desktop\certificates\percobaan_cover.jpg"/>
          <p:cNvPicPr>
            <a:picLocks noChangeAspect="1" noChangeArrowheads="1"/>
          </p:cNvPicPr>
          <p:nvPr/>
        </p:nvPicPr>
        <p:blipFill>
          <a:blip r:embed="rId2" cstate="print"/>
          <a:srcRect/>
          <a:stretch>
            <a:fillRect/>
          </a:stretch>
        </p:blipFill>
        <p:spPr bwMode="auto">
          <a:xfrm>
            <a:off x="0" y="-247650"/>
            <a:ext cx="9144000" cy="7105650"/>
          </a:xfrm>
          <a:prstGeom prst="rect">
            <a:avLst/>
          </a:prstGeom>
          <a:noFill/>
        </p:spPr>
      </p:pic>
      <p:sp>
        <p:nvSpPr>
          <p:cNvPr id="8" name="Rectangle 7"/>
          <p:cNvSpPr/>
          <p:nvPr/>
        </p:nvSpPr>
        <p:spPr>
          <a:xfrm>
            <a:off x="685800" y="304800"/>
            <a:ext cx="7952946" cy="769441"/>
          </a:xfrm>
          <a:prstGeom prst="rect">
            <a:avLst/>
          </a:prstGeom>
        </p:spPr>
        <p:txBody>
          <a:bodyPr wrap="none">
            <a:spAutoFit/>
          </a:bodyPr>
          <a:lstStyle/>
          <a:p>
            <a:r>
              <a:rPr lang="en-US" sz="4400" b="1" dirty="0">
                <a:solidFill>
                  <a:schemeClr val="bg1"/>
                </a:solidFill>
              </a:rPr>
              <a:t>Proposed Method &amp; Architecture</a:t>
            </a:r>
            <a:endParaRPr lang="en-US" sz="4400" dirty="0">
              <a:solidFill>
                <a:schemeClr val="bg1"/>
              </a:solidFill>
            </a:endParaRPr>
          </a:p>
        </p:txBody>
      </p:sp>
      <p:sp>
        <p:nvSpPr>
          <p:cNvPr id="9" name="Rectangle 8"/>
          <p:cNvSpPr/>
          <p:nvPr/>
        </p:nvSpPr>
        <p:spPr>
          <a:xfrm>
            <a:off x="0" y="1371600"/>
            <a:ext cx="9144000" cy="3970318"/>
          </a:xfrm>
          <a:prstGeom prst="rect">
            <a:avLst/>
          </a:prstGeom>
        </p:spPr>
        <p:txBody>
          <a:bodyPr wrap="square">
            <a:spAutoFit/>
          </a:bodyPr>
          <a:lstStyle/>
          <a:p>
            <a:pPr marL="342900" indent="-342900">
              <a:buFont typeface="Arial" pitchFamily="34" charset="0"/>
              <a:buChar char="•"/>
            </a:pPr>
            <a:r>
              <a:rPr lang="en-US" b="1" dirty="0">
                <a:solidFill>
                  <a:schemeClr val="bg1"/>
                </a:solidFill>
              </a:rPr>
              <a:t>Introduction to Image Fortify System:</a:t>
            </a:r>
            <a:endParaRPr lang="en-US" dirty="0">
              <a:solidFill>
                <a:schemeClr val="bg1"/>
              </a:solidFill>
            </a:endParaRPr>
          </a:p>
          <a:p>
            <a:pPr marL="800100" lvl="1" indent="-342900">
              <a:buFont typeface="Arial" pitchFamily="34" charset="0"/>
              <a:buChar char="•"/>
            </a:pPr>
            <a:r>
              <a:rPr lang="en-US" dirty="0">
                <a:solidFill>
                  <a:schemeClr val="bg1"/>
                </a:solidFill>
              </a:rPr>
              <a:t>This section provides a brief overview of the Image Fortify system, highlighting its purpose and objectives. It introduces the audience to the concept of using Triple DES encryption to strengthen image security.</a:t>
            </a:r>
          </a:p>
          <a:p>
            <a:pPr marL="342900" indent="-342900">
              <a:buFont typeface="Arial" pitchFamily="34" charset="0"/>
              <a:buChar char="•"/>
            </a:pPr>
            <a:r>
              <a:rPr lang="en-US" b="1" dirty="0">
                <a:solidFill>
                  <a:schemeClr val="bg1"/>
                </a:solidFill>
              </a:rPr>
              <a:t>Triple DES Encryption Methodology:</a:t>
            </a:r>
            <a:endParaRPr lang="en-US" dirty="0">
              <a:solidFill>
                <a:schemeClr val="bg1"/>
              </a:solidFill>
            </a:endParaRPr>
          </a:p>
          <a:p>
            <a:pPr marL="800100" lvl="1" indent="-342900">
              <a:buFont typeface="Arial" pitchFamily="34" charset="0"/>
              <a:buChar char="•"/>
            </a:pPr>
            <a:r>
              <a:rPr lang="en-US" dirty="0">
                <a:solidFill>
                  <a:schemeClr val="bg1"/>
                </a:solidFill>
              </a:rPr>
              <a:t>Here, the slide delves into the specifics of Triple DES encryption, explaining how it works and why it is considered a robust encryption algorithm. It may discuss the triple-pass encryption process and the use of multiple keys for enhanced security.</a:t>
            </a:r>
          </a:p>
          <a:p>
            <a:pPr marL="342900" indent="-342900">
              <a:buFont typeface="Arial" pitchFamily="34" charset="0"/>
              <a:buChar char="•"/>
            </a:pPr>
            <a:r>
              <a:rPr lang="en-US" b="1" dirty="0">
                <a:solidFill>
                  <a:schemeClr val="bg1"/>
                </a:solidFill>
              </a:rPr>
              <a:t>Architecture Overview:</a:t>
            </a:r>
            <a:endParaRPr lang="en-US" dirty="0">
              <a:solidFill>
                <a:schemeClr val="bg1"/>
              </a:solidFill>
            </a:endParaRPr>
          </a:p>
          <a:p>
            <a:pPr marL="800100" lvl="1" indent="-342900">
              <a:buFont typeface="Arial" pitchFamily="34" charset="0"/>
              <a:buChar char="•"/>
            </a:pPr>
            <a:r>
              <a:rPr lang="en-US" dirty="0">
                <a:solidFill>
                  <a:schemeClr val="bg1"/>
                </a:solidFill>
              </a:rPr>
              <a:t>This part presents an overview of the architecture of the Image Fortify system, outlining the key components and their interactions. It may include diagrams or flowcharts to illustrate the flow of data and operations within the system.</a:t>
            </a:r>
          </a:p>
          <a:p>
            <a:pPr marL="400050" indent="-400050"/>
            <a:r>
              <a:rPr lang="en-US" dirty="0" smtClean="0">
                <a:solidFill>
                  <a:schemeClr val="bg1"/>
                </a:solidFill>
              </a:rPr>
              <a:t/>
            </a:r>
            <a:br>
              <a:rPr lang="en-US" dirty="0" smtClean="0">
                <a:solidFill>
                  <a:schemeClr val="bg1"/>
                </a:solidFill>
              </a:rPr>
            </a:br>
            <a:endParaRPr lang="en-US"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C:\Users\BISHNU MAHARANA\OneDrive\Desktop\certificates\167465645243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609600" y="0"/>
            <a:ext cx="7620000" cy="1938992"/>
          </a:xfrm>
          <a:prstGeom prst="rect">
            <a:avLst/>
          </a:prstGeom>
        </p:spPr>
        <p:txBody>
          <a:bodyPr wrap="square">
            <a:spAutoFit/>
          </a:bodyPr>
          <a:lstStyle/>
          <a:p>
            <a:r>
              <a:rPr lang="en-US" sz="4000" b="1" dirty="0">
                <a:solidFill>
                  <a:schemeClr val="bg1"/>
                </a:solidFill>
              </a:rPr>
              <a:t>Implementation &amp; Features</a:t>
            </a:r>
            <a:endParaRPr lang="en-US" sz="4000" dirty="0">
              <a:solidFill>
                <a:schemeClr val="bg1"/>
              </a:solidFill>
            </a:endParaRPr>
          </a:p>
          <a:p>
            <a:r>
              <a:rPr lang="en-US" sz="4000" dirty="0" smtClean="0">
                <a:solidFill>
                  <a:schemeClr val="bg1"/>
                </a:solidFill>
              </a:rPr>
              <a:t/>
            </a:r>
            <a:br>
              <a:rPr lang="en-US" sz="4000" dirty="0" smtClean="0">
                <a:solidFill>
                  <a:schemeClr val="bg1"/>
                </a:solidFill>
              </a:rPr>
            </a:br>
            <a:endParaRPr lang="en-US" sz="4000" dirty="0">
              <a:solidFill>
                <a:schemeClr val="bg1"/>
              </a:solidFill>
            </a:endParaRPr>
          </a:p>
        </p:txBody>
      </p:sp>
      <p:sp>
        <p:nvSpPr>
          <p:cNvPr id="7" name="Rectangle 6"/>
          <p:cNvSpPr/>
          <p:nvPr/>
        </p:nvSpPr>
        <p:spPr>
          <a:xfrm>
            <a:off x="0" y="1143000"/>
            <a:ext cx="9144000" cy="5016758"/>
          </a:xfrm>
          <a:prstGeom prst="rect">
            <a:avLst/>
          </a:prstGeom>
        </p:spPr>
        <p:txBody>
          <a:bodyPr wrap="square">
            <a:spAutoFit/>
          </a:bodyPr>
          <a:lstStyle/>
          <a:p>
            <a:r>
              <a:rPr lang="en-US" sz="2000" b="1" dirty="0">
                <a:solidFill>
                  <a:schemeClr val="bg1"/>
                </a:solidFill>
              </a:rPr>
              <a:t>Methodology Details:</a:t>
            </a:r>
            <a:endParaRPr lang="en-US" sz="2000" dirty="0">
              <a:solidFill>
                <a:schemeClr val="bg1"/>
              </a:solidFill>
            </a:endParaRPr>
          </a:p>
          <a:p>
            <a:pPr lvl="1"/>
            <a:r>
              <a:rPr lang="en-US" sz="2000" dirty="0">
                <a:solidFill>
                  <a:schemeClr val="bg1"/>
                </a:solidFill>
              </a:rPr>
              <a:t>This section elaborates on the methodology used to implement the Image Fortify system. It may include information on the specific steps involved in the encryption and decryption processes, as well as any additional functionalities or operations.</a:t>
            </a:r>
          </a:p>
          <a:p>
            <a:r>
              <a:rPr lang="en-US" sz="2000" b="1" dirty="0">
                <a:solidFill>
                  <a:schemeClr val="bg1"/>
                </a:solidFill>
              </a:rPr>
              <a:t>Key Components and Interactions:</a:t>
            </a:r>
            <a:endParaRPr lang="en-US" sz="2000" dirty="0">
              <a:solidFill>
                <a:schemeClr val="bg1"/>
              </a:solidFill>
            </a:endParaRPr>
          </a:p>
          <a:p>
            <a:pPr lvl="1"/>
            <a:r>
              <a:rPr lang="en-US" sz="2000" dirty="0">
                <a:solidFill>
                  <a:schemeClr val="bg1"/>
                </a:solidFill>
              </a:rPr>
              <a:t>Here, the slide highlights the key components of the Image Fortify system and explains how they interact with each other. It may discuss components such as the encryption engine, user interface, file handling mechanisms, and any external dependencies.</a:t>
            </a:r>
          </a:p>
          <a:p>
            <a:r>
              <a:rPr lang="en-US" sz="2000" b="1" dirty="0">
                <a:solidFill>
                  <a:schemeClr val="bg1"/>
                </a:solidFill>
              </a:rPr>
              <a:t>Features: Encryption, Decryption, Confidentiality Assurance:</a:t>
            </a:r>
            <a:endParaRPr lang="en-US" sz="2000" dirty="0">
              <a:solidFill>
                <a:schemeClr val="bg1"/>
              </a:solidFill>
            </a:endParaRPr>
          </a:p>
          <a:p>
            <a:pPr lvl="1"/>
            <a:r>
              <a:rPr lang="en-US" sz="2000" dirty="0">
                <a:solidFill>
                  <a:schemeClr val="bg1"/>
                </a:solidFill>
              </a:rPr>
              <a:t>This part outlines the main features of the Image Fortify system. It discusses its ability to perform encryption and decryption of digital images using Triple DES encryption, as well as its capability to ensure confidentiality assurance through secure key management and authentication protocols.</a:t>
            </a:r>
          </a:p>
          <a:p>
            <a:r>
              <a:rPr lang="en-US" sz="2000" dirty="0" smtClean="0">
                <a:solidFill>
                  <a:schemeClr val="bg1"/>
                </a:solidFill>
              </a:rPr>
              <a:t/>
            </a:r>
            <a:br>
              <a:rPr lang="en-US" sz="2000" dirty="0" smtClean="0">
                <a:solidFill>
                  <a:schemeClr val="bg1"/>
                </a:solidFill>
              </a:rPr>
            </a:br>
            <a:endParaRPr lang="en-US" sz="20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Users\BISHNU MAHARANA\OneDrive\Desktop\certificates\technology-digital-data-network-connection-and-cyber-security-concept-social-network-connections-global-network-5g-high-speed-internet-connection-data-analysis-abstract-background-phot.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0" y="0"/>
            <a:ext cx="9144000" cy="2123658"/>
          </a:xfrm>
          <a:prstGeom prst="rect">
            <a:avLst/>
          </a:prstGeom>
        </p:spPr>
        <p:txBody>
          <a:bodyPr wrap="square">
            <a:spAutoFit/>
          </a:bodyPr>
          <a:lstStyle/>
          <a:p>
            <a:r>
              <a:rPr lang="en-US" sz="4400" b="1" dirty="0">
                <a:solidFill>
                  <a:schemeClr val="bg1"/>
                </a:solidFill>
              </a:rPr>
              <a:t>Future Enhancements</a:t>
            </a:r>
            <a:endParaRPr lang="en-US" sz="4400" dirty="0">
              <a:solidFill>
                <a:schemeClr val="bg1"/>
              </a:solidFill>
            </a:endParaRPr>
          </a:p>
          <a:p>
            <a:r>
              <a:rPr lang="en-US" sz="4400" dirty="0" smtClean="0">
                <a:solidFill>
                  <a:schemeClr val="bg1"/>
                </a:solidFill>
              </a:rPr>
              <a:t/>
            </a:r>
            <a:br>
              <a:rPr lang="en-US" sz="4400" dirty="0" smtClean="0">
                <a:solidFill>
                  <a:schemeClr val="bg1"/>
                </a:solidFill>
              </a:rPr>
            </a:br>
            <a:endParaRPr lang="en-US" sz="4400" dirty="0">
              <a:solidFill>
                <a:schemeClr val="bg1"/>
              </a:solidFill>
            </a:endParaRPr>
          </a:p>
        </p:txBody>
      </p:sp>
      <p:sp>
        <p:nvSpPr>
          <p:cNvPr id="6" name="Rectangle 5"/>
          <p:cNvSpPr/>
          <p:nvPr/>
        </p:nvSpPr>
        <p:spPr>
          <a:xfrm>
            <a:off x="0" y="1143000"/>
            <a:ext cx="9144000" cy="4247317"/>
          </a:xfrm>
          <a:prstGeom prst="rect">
            <a:avLst/>
          </a:prstGeom>
        </p:spPr>
        <p:txBody>
          <a:bodyPr wrap="square">
            <a:spAutoFit/>
          </a:bodyPr>
          <a:lstStyle/>
          <a:p>
            <a:r>
              <a:rPr lang="en-US" b="1" dirty="0">
                <a:solidFill>
                  <a:schemeClr val="bg1"/>
                </a:solidFill>
              </a:rPr>
              <a:t>Potential Improvements: GUI, Additional Algorithms:</a:t>
            </a:r>
            <a:endParaRPr lang="en-US" dirty="0">
              <a:solidFill>
                <a:schemeClr val="bg1"/>
              </a:solidFill>
            </a:endParaRPr>
          </a:p>
          <a:p>
            <a:pPr lvl="1"/>
            <a:r>
              <a:rPr lang="en-US" dirty="0">
                <a:solidFill>
                  <a:schemeClr val="bg1"/>
                </a:solidFill>
              </a:rPr>
              <a:t>This section explores possible enhancements to the Image Fortify system, such as the development of a graphical user interface (GUI) to improve user experience and accessibility. It may also discuss the integration of additional encryption algorithms to offer users a broader range of options for securing their digital images.</a:t>
            </a:r>
          </a:p>
          <a:p>
            <a:r>
              <a:rPr lang="en-US" b="1" dirty="0">
                <a:solidFill>
                  <a:schemeClr val="bg1"/>
                </a:solidFill>
              </a:rPr>
              <a:t>Integration with Cloud Services:</a:t>
            </a:r>
            <a:endParaRPr lang="en-US" dirty="0">
              <a:solidFill>
                <a:schemeClr val="bg1"/>
              </a:solidFill>
            </a:endParaRPr>
          </a:p>
          <a:p>
            <a:pPr lvl="1"/>
            <a:r>
              <a:rPr lang="en-US" dirty="0">
                <a:solidFill>
                  <a:schemeClr val="bg1"/>
                </a:solidFill>
              </a:rPr>
              <a:t>Here, the slide considers the possibility of integrating the Image Fortify system with cloud services to provide users with seamless access to image encryption and decryption functionalities from anywhere, anytime. It may discuss the advantages of cloud integration, such as scalability, reliability, and accessibility.</a:t>
            </a:r>
          </a:p>
          <a:p>
            <a:r>
              <a:rPr lang="en-US" b="1" dirty="0">
                <a:solidFill>
                  <a:schemeClr val="bg1"/>
                </a:solidFill>
              </a:rPr>
              <a:t>Enhanced User Experience:</a:t>
            </a:r>
            <a:endParaRPr lang="en-US" dirty="0">
              <a:solidFill>
                <a:schemeClr val="bg1"/>
              </a:solidFill>
            </a:endParaRPr>
          </a:p>
          <a:p>
            <a:pPr lvl="1"/>
            <a:r>
              <a:rPr lang="en-US" dirty="0">
                <a:solidFill>
                  <a:schemeClr val="bg1"/>
                </a:solidFill>
              </a:rPr>
              <a:t>This part emphasizes the importance of prioritizing user experience in future enhancements of the Image Fortify system. It may discuss potential improvements in user interface design, functionality, and usability to make the system more intuitive and user-friendly.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3" descr="C:\Users\BISHNU MAHARANA\OneDrive\Desktop\certificates\1000_F_587299936_XeFJN3H2dhYygX0mqBfj6Dzjo2FU8Brx.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Rectangle 6"/>
          <p:cNvSpPr/>
          <p:nvPr/>
        </p:nvSpPr>
        <p:spPr>
          <a:xfrm>
            <a:off x="609600" y="0"/>
            <a:ext cx="7467600" cy="1323439"/>
          </a:xfrm>
          <a:prstGeom prst="rect">
            <a:avLst/>
          </a:prstGeom>
        </p:spPr>
        <p:txBody>
          <a:bodyPr wrap="square">
            <a:spAutoFit/>
          </a:bodyPr>
          <a:lstStyle/>
          <a:p>
            <a:r>
              <a:rPr lang="en-US" sz="4400" b="1" dirty="0">
                <a:solidFill>
                  <a:schemeClr val="bg1"/>
                </a:solidFill>
              </a:rPr>
              <a:t>Conclusion &amp; References</a:t>
            </a:r>
            <a:endParaRPr lang="en-US" sz="4400" dirty="0">
              <a:solidFill>
                <a:schemeClr val="bg1"/>
              </a:solidFill>
            </a:endParaRPr>
          </a:p>
          <a:p>
            <a:r>
              <a:rPr lang="en-US" dirty="0" smtClean="0">
                <a:solidFill>
                  <a:schemeClr val="bg1"/>
                </a:solidFill>
              </a:rPr>
              <a:t/>
            </a:r>
            <a:br>
              <a:rPr lang="en-US" dirty="0" smtClean="0">
                <a:solidFill>
                  <a:schemeClr val="bg1"/>
                </a:solidFill>
              </a:rPr>
            </a:br>
            <a:endParaRPr lang="en-US" dirty="0">
              <a:solidFill>
                <a:schemeClr val="bg1"/>
              </a:solidFill>
            </a:endParaRPr>
          </a:p>
        </p:txBody>
      </p:sp>
      <p:sp>
        <p:nvSpPr>
          <p:cNvPr id="8" name="Rectangle 7"/>
          <p:cNvSpPr/>
          <p:nvPr/>
        </p:nvSpPr>
        <p:spPr>
          <a:xfrm>
            <a:off x="0" y="1447800"/>
            <a:ext cx="9144000" cy="3693319"/>
          </a:xfrm>
          <a:prstGeom prst="rect">
            <a:avLst/>
          </a:prstGeom>
        </p:spPr>
        <p:txBody>
          <a:bodyPr wrap="square">
            <a:spAutoFit/>
          </a:bodyPr>
          <a:lstStyle/>
          <a:p>
            <a:r>
              <a:rPr lang="en-US" b="1" dirty="0">
                <a:solidFill>
                  <a:schemeClr val="bg1"/>
                </a:solidFill>
              </a:rPr>
              <a:t>Summary of Achievements:</a:t>
            </a:r>
            <a:endParaRPr lang="en-US" dirty="0">
              <a:solidFill>
                <a:schemeClr val="bg1"/>
              </a:solidFill>
            </a:endParaRPr>
          </a:p>
          <a:p>
            <a:pPr lvl="1"/>
            <a:r>
              <a:rPr lang="en-US" dirty="0">
                <a:solidFill>
                  <a:schemeClr val="bg1"/>
                </a:solidFill>
              </a:rPr>
              <a:t>This section summarizes the main achievements and outcomes of the project. It recaps the key points discussed throughout the presentation, highlighting the significance of the Image Fortify system in enhancing image security through Triple DES encryption.</a:t>
            </a:r>
          </a:p>
          <a:p>
            <a:r>
              <a:rPr lang="en-US" b="1" dirty="0">
                <a:solidFill>
                  <a:schemeClr val="bg1"/>
                </a:solidFill>
              </a:rPr>
              <a:t>Significance of Project's Findings:</a:t>
            </a:r>
            <a:endParaRPr lang="en-US" dirty="0">
              <a:solidFill>
                <a:schemeClr val="bg1"/>
              </a:solidFill>
            </a:endParaRPr>
          </a:p>
          <a:p>
            <a:pPr lvl="1"/>
            <a:r>
              <a:rPr lang="en-US" dirty="0">
                <a:solidFill>
                  <a:schemeClr val="bg1"/>
                </a:solidFill>
              </a:rPr>
              <a:t>Here, the slide discusses the broader implications of the project's findings and their relevance to the field of image security. It may emphasize how the Image Fortify system contributes to addressing real-world challenges and advancing the state-of-the-art in image encryption techniques.</a:t>
            </a:r>
          </a:p>
          <a:p>
            <a:r>
              <a:rPr lang="en-US" b="1" dirty="0">
                <a:solidFill>
                  <a:schemeClr val="bg1"/>
                </a:solidFill>
              </a:rPr>
              <a:t>References: Sources and Resources Used:</a:t>
            </a:r>
            <a:endParaRPr lang="en-US" dirty="0">
              <a:solidFill>
                <a:schemeClr val="bg1"/>
              </a:solidFill>
            </a:endParaRPr>
          </a:p>
          <a:p>
            <a:pPr lvl="1"/>
            <a:r>
              <a:rPr lang="en-US" dirty="0">
                <a:solidFill>
                  <a:schemeClr val="bg1"/>
                </a:solidFill>
              </a:rPr>
              <a:t>This part lists all the references and resources consulted during the project, including academic papers, documentation, and other relevant sources. It provides transparency and credibility to the work, allowing interested parties to explore further on the topic.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BISHNU MAHARANA\OneDrive\Desktop\certificates\technology-digital-data-network-connection-and-cyber-security-concept-social-network-connections-global-network-5g-high-speed-internet-connection-data-analysis-abstract-background-phot.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itle 4"/>
          <p:cNvSpPr>
            <a:spLocks noGrp="1"/>
          </p:cNvSpPr>
          <p:nvPr>
            <p:ph type="title"/>
          </p:nvPr>
        </p:nvSpPr>
        <p:spPr>
          <a:xfrm>
            <a:off x="381000" y="2438400"/>
            <a:ext cx="8229600" cy="1143000"/>
          </a:xfrm>
        </p:spPr>
        <p:txBody>
          <a:bodyPr>
            <a:normAutofit/>
          </a:bodyPr>
          <a:lstStyle/>
          <a:p>
            <a:r>
              <a:rPr lang="en-US" sz="5400" dirty="0" smtClean="0">
                <a:solidFill>
                  <a:schemeClr val="bg1"/>
                </a:solidFill>
              </a:rPr>
              <a:t>THANK YOU</a:t>
            </a:r>
            <a:endParaRPr lang="en-US" sz="54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832</Words>
  <Application>Microsoft Office PowerPoint</Application>
  <PresentationFormat>On-screen Show (4:3)</PresentationFormat>
  <Paragraphs>51</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Image Fortify: Triple DES Encryption for Enhanced Image Security</vt:lpstr>
      <vt:lpstr>Introduction</vt:lpstr>
      <vt:lpstr>Slide 3</vt:lpstr>
      <vt:lpstr>Slide 4</vt:lpstr>
      <vt:lpstr>Slide 5</vt:lpstr>
      <vt:lpstr>Slide 6</vt:lpstr>
      <vt:lpstr>Slide 7</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BISHNU MAHARANA</dc:creator>
  <cp:lastModifiedBy>BISHNU MAHARANA</cp:lastModifiedBy>
  <cp:revision>5</cp:revision>
  <dcterms:created xsi:type="dcterms:W3CDTF">2024-03-22T10:43:43Z</dcterms:created>
  <dcterms:modified xsi:type="dcterms:W3CDTF">2024-03-22T11:32:20Z</dcterms:modified>
</cp:coreProperties>
</file>